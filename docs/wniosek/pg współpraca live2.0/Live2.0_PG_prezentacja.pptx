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2.0 + HPC – Spotkanie z 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Cel: omówienie współpracy i wspólnego wniosku NCN OPUS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 naukowy 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Symulacja procesów od energii → materii → życia</a:t>
            </a:r>
          </a:p>
          <a:p>
            <a:pPr>
              <a:defRPr sz="2000"/>
            </a:pPr>
            <a:r>
              <a:t>Badanie emergencji nowych zjawisk</a:t>
            </a:r>
          </a:p>
          <a:p>
            <a:pPr>
              <a:defRPr sz="2000"/>
            </a:pPr>
            <a:r>
              <a:t>Nowe modele dla fizyki, biologii i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Dlaczego to ważne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Brak uniwersalnych modeli ewolucji systemów</a:t>
            </a:r>
          </a:p>
          <a:p>
            <a:pPr>
              <a:defRPr sz="2000"/>
            </a:pPr>
            <a:r>
              <a:t>Nowatorskie połączenie fizyki, chemii, biologii i AI</a:t>
            </a:r>
          </a:p>
          <a:p>
            <a:pPr>
              <a:defRPr sz="2000"/>
            </a:pPr>
            <a:r>
              <a:t>Potencjalne przełomy naukowe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 obecny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Prototyp v1 działa – cząsteczki + pola energii</a:t>
            </a:r>
          </a:p>
          <a:p>
            <a:pPr>
              <a:defRPr sz="2000"/>
            </a:pPr>
            <a:r>
              <a:t>Problemy: duże zużycie zasobów</a:t>
            </a:r>
          </a:p>
          <a:p>
            <a:pPr>
              <a:defRPr sz="2000"/>
            </a:pPr>
            <a:r>
              <a:t>Potrzeba skalowalności i optymalizacji HPC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rozwoju (Roadmap)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v1: 2D cząsteczki + energia</a:t>
            </a:r>
          </a:p>
          <a:p>
            <a:pPr>
              <a:defRPr sz="2000"/>
            </a:pPr>
            <a:r>
              <a:t>v2: transformacje cząsteczek</a:t>
            </a:r>
          </a:p>
          <a:p>
            <a:pPr>
              <a:defRPr sz="2000"/>
            </a:pPr>
            <a:r>
              <a:t>v3: 3D, większe układy, mutacje</a:t>
            </a:r>
          </a:p>
          <a:p>
            <a:pPr>
              <a:defRPr sz="2000"/>
            </a:pPr>
            <a:r>
              <a:t>v4: integracja AI, analiza wyników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Wyzwania obliczeniowe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Ogromne koszty obliczeń (skalowanie n^2/n^3)</a:t>
            </a:r>
          </a:p>
          <a:p>
            <a:pPr>
              <a:defRPr sz="2000"/>
            </a:pPr>
            <a:r>
              <a:t>Równoległe przetwarzanie (MPI, CUDA, OpenCL)</a:t>
            </a:r>
          </a:p>
          <a:p>
            <a:pPr>
              <a:defRPr sz="2000"/>
            </a:pPr>
            <a:r>
              <a:t>Przechowywanie i analiza danych (Big Data)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Dlaczego HPC jest kluczowe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Optymalizacja pod superkomputery</a:t>
            </a:r>
          </a:p>
          <a:p>
            <a:pPr>
              <a:defRPr sz="2000"/>
            </a:pPr>
            <a:r>
              <a:t>Skalowanie do tysięcy rdzeni / GPU</a:t>
            </a:r>
          </a:p>
          <a:p>
            <a:pPr>
              <a:defRPr sz="2000"/>
            </a:pPr>
            <a:r>
              <a:t>Wykorzystanie TASK i klastrów PG</a:t>
            </a:r>
          </a:p>
          <a:p>
            <a:pPr>
              <a:defRPr sz="2000"/>
            </a:pPr>
            <a:r>
              <a:t>PG = partner technologiczny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Możliwe role PG w projekcie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Optymalizacja kodu pod HPC</a:t>
            </a:r>
          </a:p>
          <a:p>
            <a:pPr>
              <a:defRPr sz="2000"/>
            </a:pPr>
            <a:r>
              <a:t>Testy wydajności i benchmarki</a:t>
            </a:r>
          </a:p>
          <a:p>
            <a:pPr>
              <a:defRPr sz="2000"/>
            </a:pPr>
            <a:r>
              <a:t>Wsparcie w architekturze rozproszonej</a:t>
            </a:r>
          </a:p>
          <a:p>
            <a:pPr>
              <a:defRPr sz="2000"/>
            </a:pPr>
            <a:r>
              <a:t>Formalne partnerstwo w OPUS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Korzyści dla 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Publikacje w HPC i symulacjach</a:t>
            </a:r>
          </a:p>
          <a:p>
            <a:pPr>
              <a:defRPr sz="2000"/>
            </a:pPr>
            <a:r>
              <a:t>Współautorstwo grantów NCN/UE</a:t>
            </a:r>
          </a:p>
          <a:p>
            <a:pPr>
              <a:defRPr sz="2000"/>
            </a:pPr>
            <a:r>
              <a:t>Rozwój metod HPC na unikalnym case study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Pytania do 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Jakie zasoby HPC możecie udostępnić?</a:t>
            </a:r>
          </a:p>
          <a:p>
            <a:pPr>
              <a:defRPr sz="2000"/>
            </a:pPr>
            <a:r>
              <a:t>Jakie doświadczenia w optymalizacji symulacji?</a:t>
            </a:r>
          </a:p>
          <a:p>
            <a:pPr>
              <a:defRPr sz="2000"/>
            </a:pPr>
            <a:r>
              <a:t>Czy możecie być partnerem konsorcjum OPUS?</a:t>
            </a:r>
          </a:p>
          <a:p>
            <a:pPr>
              <a:defRPr sz="2000"/>
            </a:pPr>
            <a:r>
              <a:t>Jakie dodatkowe kierunki współpracy widzicie?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Podsumowanie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Live 2.0 = przełomowy projekt naukowy</a:t>
            </a:r>
          </a:p>
          <a:p>
            <a:pPr>
              <a:defRPr sz="2000"/>
            </a:pPr>
            <a:r>
              <a:t>HPC = fundament realizacji</a:t>
            </a:r>
          </a:p>
          <a:p>
            <a:pPr>
              <a:defRPr sz="2000"/>
            </a:pPr>
            <a:r>
              <a:t>PG = kluczowy partner rozwoju i sukcesu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