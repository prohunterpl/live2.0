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115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711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6304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924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653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08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228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940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352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7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504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256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Live 2.0 – Deep-Tech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Prezentacja dla programu akceleracyjnego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4705CE59-338A-1004-3686-C6CB31176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701" y="-2360"/>
            <a:ext cx="1380571" cy="20708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Brak narzędzi do symulacji emergentnej chemii</a:t>
            </a:r>
          </a:p>
          <a:p>
            <a:r>
              <a:t>- Obecne symulatory są wolne i sztywne</a:t>
            </a:r>
          </a:p>
          <a:p>
            <a:r>
              <a:t>- Brak narzędzi odkrywających nowe substancje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3CA14410-FCD2-A6A7-ADA7-9673BB6FE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185" y="4251071"/>
            <a:ext cx="1377815" cy="20667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Rozwiązanie: Live 2.0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Silnik GPU/CPU do symulacji emergentnej chemii</a:t>
            </a:r>
          </a:p>
          <a:p>
            <a:r>
              <a:t>- Automatyczne wykrywanie nowych substancji</a:t>
            </a:r>
          </a:p>
          <a:p>
            <a:r>
              <a:t>- Analiza reakcji, sieci i cykli autokatalitycznych</a:t>
            </a:r>
          </a:p>
          <a:p>
            <a:r>
              <a:t>- Integracja z AI/ML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2CF12265-B9FE-C194-0CAF-AA4FBF26B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185" y="4242193"/>
            <a:ext cx="1377815" cy="20667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biznesowy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SaaS</a:t>
            </a:r>
          </a:p>
          <a:p>
            <a:r>
              <a:t>- Compute credits</a:t>
            </a:r>
          </a:p>
          <a:p>
            <a:r>
              <a:t>- Licencje Enterprise</a:t>
            </a:r>
          </a:p>
          <a:p>
            <a:r>
              <a:t>- Projekty B+R</a:t>
            </a:r>
          </a:p>
          <a:p>
            <a:r>
              <a:t>- Marketplace (w przyszłości)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11CD8E1E-2C13-0B3B-F63B-9159D4A53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185" y="4242193"/>
            <a:ext cx="1377815" cy="20667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Odbiorcy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B2B: firmy R&amp;D, chemia, biotech</a:t>
            </a:r>
          </a:p>
          <a:p>
            <a:r>
              <a:t>- B2A: uczelnie, laboratoria</a:t>
            </a:r>
          </a:p>
          <a:p>
            <a:r>
              <a:t>- B2G: projekty państwowe</a:t>
            </a:r>
          </a:p>
          <a:p>
            <a:r>
              <a:t>- B2C: edukacja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958A870B-51E3-F2F5-0574-75C53E570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185" y="4242193"/>
            <a:ext cx="1377815" cy="20667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Przewaga Live 2.0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Otwarta chemia</a:t>
            </a:r>
          </a:p>
          <a:p>
            <a:r>
              <a:t>- Nowe substancje i reakcje</a:t>
            </a:r>
          </a:p>
          <a:p>
            <a:r>
              <a:t>- Szybkość GPU/CPU</a:t>
            </a:r>
          </a:p>
          <a:p>
            <a:r>
              <a:t>- Możliwość dużych eksperymentów w chmurze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149E0876-9033-FB41-227E-C276B802A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185" y="4242193"/>
            <a:ext cx="1377815" cy="20667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kcja">
  <a:themeElements>
    <a:clrScheme name="Retrospekcj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kcj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cj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</TotalTime>
  <Words>132</Words>
  <Application>Microsoft Office PowerPoint</Application>
  <PresentationFormat>Pokaz na ekranie (4:3)</PresentationFormat>
  <Paragraphs>27</Paragraphs>
  <Slides>6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9" baseType="lpstr">
      <vt:lpstr>Calibri</vt:lpstr>
      <vt:lpstr>Calibri Light</vt:lpstr>
      <vt:lpstr>Retrospekcja</vt:lpstr>
      <vt:lpstr>Live 2.0 – Deep-Tech Platform</vt:lpstr>
      <vt:lpstr>Problem</vt:lpstr>
      <vt:lpstr>Rozwiązanie: Live 2.0</vt:lpstr>
      <vt:lpstr>Model biznesowy</vt:lpstr>
      <vt:lpstr>Odbiorcy</vt:lpstr>
      <vt:lpstr>Przewaga Live 2.0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Michał Klawikowski</cp:lastModifiedBy>
  <cp:revision>2</cp:revision>
  <dcterms:created xsi:type="dcterms:W3CDTF">2013-01-27T09:14:16Z</dcterms:created>
  <dcterms:modified xsi:type="dcterms:W3CDTF">2025-11-21T13:06:36Z</dcterms:modified>
  <cp:category/>
</cp:coreProperties>
</file>