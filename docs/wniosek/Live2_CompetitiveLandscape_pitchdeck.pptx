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03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6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8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3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6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68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5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8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0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5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1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34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40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98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3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9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63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2.0 – Origin of Life Simulation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Competitive Landscape &amp; Technical Positioning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Obecne symulatory (LAMMPS, GROMACS, OpenMM) są potężne, ale:</a:t>
            </a:r>
          </a:p>
          <a:p>
            <a:r>
              <a:t>• działają na gotowych układach molekularnych</a:t>
            </a:r>
          </a:p>
          <a:p>
            <a:r>
              <a:t>• nie modelują spontanicznej emergencji życia</a:t>
            </a:r>
          </a:p>
          <a:p>
            <a:r>
              <a:t>• nie łączą symulacji z automatyczną walidacją i ML</a:t>
            </a:r>
          </a:p>
          <a:p>
            <a:r>
              <a:t>• nie mają przyjaznych frontendów ani katalogów wyników.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Rozwiązanie – Live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Kompletny pipeline: fizyka → emergencja → ML → walidacja → wizualizacja</a:t>
            </a:r>
          </a:p>
          <a:p>
            <a:r>
              <a:t>• Generowanie i analiza spontanicznych ścieżek chemicznych</a:t>
            </a:r>
          </a:p>
          <a:p>
            <a:r>
              <a:t>• Walidacja termodynamiczna i dopasowanie do PubChem</a:t>
            </a:r>
          </a:p>
          <a:p>
            <a:r>
              <a:t>• Frontend dla naukowców i edukacji</a:t>
            </a:r>
          </a:p>
          <a:p>
            <a:r>
              <a:t>• Skalowalność chmurowa (AWS / HPC)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 (Core)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LAMMPS + ReaxFF – reaktywna chemia, brak ML/frontendu.</a:t>
            </a:r>
          </a:p>
          <a:p>
            <a:r>
              <a:t>GROMACS – wysoka wydajność, brak reaktywności.</a:t>
            </a:r>
          </a:p>
          <a:p>
            <a:r>
              <a:t>OpenMM – elastyczny Python, ale nieraktywny.</a:t>
            </a:r>
          </a:p>
          <a:p>
            <a:r>
              <a:t>CompuCell3D / Avida – ewolucja, ale bez chemii.</a:t>
            </a:r>
          </a:p>
          <a:p>
            <a:r>
              <a:t>AWS Batch / ParallelCluster – tylko orkiestracja.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2.0 – Pozycjonowanie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Emergentna chemia prebiotyczna</a:t>
            </a:r>
          </a:p>
          <a:p>
            <a:r>
              <a:t>✅ Walidacja fizyczna i ML</a:t>
            </a:r>
          </a:p>
          <a:p>
            <a:r>
              <a:t>✅ Dopasowanie PubChem</a:t>
            </a:r>
          </a:p>
          <a:p>
            <a:r>
              <a:t>✅ Frontend + społeczność</a:t>
            </a:r>
          </a:p>
          <a:p>
            <a:r>
              <a:t>✅ Gotowość do skalowania HPC / chmura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Porównanie (skrót)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LAMMPS – reaktywność, HPC, brak ML/frontendu.</a:t>
            </a:r>
          </a:p>
          <a:p>
            <a:r>
              <a:t>GROMACS – wydajność, HPC, brak reaktywności.</a:t>
            </a:r>
          </a:p>
          <a:p>
            <a:r>
              <a:t>OpenMM – prostota, brak reaktywności.</a:t>
            </a:r>
          </a:p>
          <a:p>
            <a:r>
              <a:t>Live 2.0 – łączy wszystko (reakcje + ML + wizualizacja + skalowanie).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Dojrzałe akceleratory GPU (CUDA, SYCL)</a:t>
            </a:r>
          </a:p>
          <a:p>
            <a:r>
              <a:t>• Gotowe wzorce HPC/Cloud (AWS Batch, ParallelCluster)</a:t>
            </a:r>
          </a:p>
          <a:p>
            <a:r>
              <a:t>• ML do klasyfikacji chemicznej dojrzałe produkcyjnie</a:t>
            </a:r>
          </a:p>
          <a:p>
            <a:r>
              <a:t>• Rosnące zainteresowanie symulacjami origin-of-life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Walidacja termodynamiczna: energia, pęd, Maxwell-Boltzmann, entropia</a:t>
            </a:r>
          </a:p>
          <a:p>
            <a:r>
              <a:t>• Benchmarki reakcji: Formose, Strecker, HCN polymerization</a:t>
            </a:r>
          </a:p>
          <a:p>
            <a:r>
              <a:t>• Dopasowanie PubChem – top-N matches</a:t>
            </a:r>
          </a:p>
          <a:p>
            <a:r>
              <a:t>• Replikowalność i transfer wyników do eksperymentu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Architektura Techniczna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Taichi + FastAPI + PostgreSQL</a:t>
            </a:r>
          </a:p>
          <a:p>
            <a:r>
              <a:t>Frontend: React + WebSocket + Three.js</a:t>
            </a:r>
          </a:p>
          <a:p>
            <a:r>
              <a:t>Skalowanie: AWS Batch + ParallelCluster / HPC</a:t>
            </a:r>
          </a:p>
          <a:p>
            <a:r>
              <a:t>ML: GNN / RandomForest / similarity metrics</a:t>
            </a:r>
          </a:p>
          <a:p>
            <a:r>
              <a:t>Dane: PubChem + PhysicsDB + Benchmark DB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Partner naukowy (chemia, origin-of-life)</a:t>
            </a:r>
          </a:p>
          <a:p>
            <a:r>
              <a:t>• Finansowanie (NCN / NCBR / EU R&amp;D)</a:t>
            </a:r>
          </a:p>
          <a:p>
            <a:r>
              <a:t>• Early adopters (uniwersytety, laboratoria)</a:t>
            </a:r>
          </a:p>
          <a:p>
            <a:r>
              <a:t>• Otwarte API i społeczność badawcza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iatka">
  <a:themeElements>
    <a:clrScheme name="Siatk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Siatk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iatk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TM03457485[[fn=Siatka]]</Template>
  <TotalTime>2</TotalTime>
  <Words>377</Words>
  <Application>Microsoft Office PowerPoint</Application>
  <PresentationFormat>Pokaz na ekranie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Siatka</vt:lpstr>
      <vt:lpstr>Live 2.0 – Origin of Life Simulation Stack</vt:lpstr>
      <vt:lpstr>Problem</vt:lpstr>
      <vt:lpstr>Rozwiązanie – Live 2.0</vt:lpstr>
      <vt:lpstr>Competitive Landscape (Core)</vt:lpstr>
      <vt:lpstr>Live 2.0 – Pozycjonowanie</vt:lpstr>
      <vt:lpstr>Porównanie (skrót)</vt:lpstr>
      <vt:lpstr>Why Now</vt:lpstr>
      <vt:lpstr>Validation &amp; Impact</vt:lpstr>
      <vt:lpstr>Architektura Techniczna</vt:lpstr>
      <vt:lpstr>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Michał Klawikowski</cp:lastModifiedBy>
  <cp:revision>2</cp:revision>
  <dcterms:created xsi:type="dcterms:W3CDTF">2013-01-27T09:14:16Z</dcterms:created>
  <dcterms:modified xsi:type="dcterms:W3CDTF">2025-10-13T09:25:28Z</dcterms:modified>
  <cp:category/>
</cp:coreProperties>
</file>